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68" r:id="rId3"/>
    <p:sldId id="258" r:id="rId4"/>
    <p:sldId id="266" r:id="rId5"/>
    <p:sldId id="259" r:id="rId6"/>
    <p:sldId id="260" r:id="rId7"/>
    <p:sldId id="265" r:id="rId8"/>
    <p:sldId id="261" r:id="rId9"/>
    <p:sldId id="262" r:id="rId10"/>
    <p:sldId id="264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890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2718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442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422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594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6862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7948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9858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36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79038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2824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35597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5751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84817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121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571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0D58C-35D0-40D5-A284-9F2391EBF486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F09EC3-D495-4549-8877-57851EEDFD8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0465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03D31-1B4A-0908-2F19-979777473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SLA improvements 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A7FA4-B053-12D3-5C46-DB630CAB91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Beng Ren Siew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73233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A1AC-9970-3311-081B-CC910D19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4801"/>
            <a:ext cx="8596668" cy="681788"/>
          </a:xfrm>
        </p:spPr>
        <p:txBody>
          <a:bodyPr>
            <a:normAutofit fontScale="90000"/>
          </a:bodyPr>
          <a:lstStyle/>
          <a:p>
            <a:r>
              <a:rPr lang="en-GB" sz="4400" dirty="0"/>
              <a:t>Overview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C935B-E051-2D82-3658-E515B5DF2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6674"/>
            <a:ext cx="8596668" cy="434473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dataset is a collection of helpdesk tickets that displays problems/incidents and request for software and IT. The primary goal is to provide timely solutions to the problem for each ticket.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Service Level Agreement (SLA) is defined as the specific deadlines and expectations for handling customer issues and support request. Generally, refers to the response and resolution time.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presentation is about possible recommendations and improvement on support to fulfil the SLA.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40333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915A-2889-5BDA-53CA-21A2118C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59" y="243840"/>
            <a:ext cx="7589520" cy="835152"/>
          </a:xfrm>
        </p:spPr>
        <p:txBody>
          <a:bodyPr>
            <a:noAutofit/>
          </a:bodyPr>
          <a:lstStyle/>
          <a:p>
            <a:r>
              <a:rPr lang="en-GB" sz="4000" dirty="0"/>
              <a:t>Improvements</a:t>
            </a:r>
            <a:endParaRPr lang="en-MY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1F020-AFBD-8182-675F-CE5FBF2D8F60}"/>
              </a:ext>
            </a:extLst>
          </p:cNvPr>
          <p:cNvSpPr txBox="1"/>
          <p:nvPr/>
        </p:nvSpPr>
        <p:spPr>
          <a:xfrm>
            <a:off x="859536" y="1947672"/>
            <a:ext cx="5566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1. Efficiency and Personnel</a:t>
            </a:r>
            <a:endParaRPr lang="en-MY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DEE95-A98B-D5EE-1A8D-7E656827A4E1}"/>
              </a:ext>
            </a:extLst>
          </p:cNvPr>
          <p:cNvSpPr txBox="1"/>
          <p:nvPr/>
        </p:nvSpPr>
        <p:spPr>
          <a:xfrm>
            <a:off x="859536" y="3911590"/>
            <a:ext cx="8449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2. Educate and implement SLA into workflow</a:t>
            </a:r>
            <a:endParaRPr lang="en-MY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0B6F0-43AA-FECC-17D4-D075485BCD0C}"/>
              </a:ext>
            </a:extLst>
          </p:cNvPr>
          <p:cNvSpPr txBox="1"/>
          <p:nvPr/>
        </p:nvSpPr>
        <p:spPr>
          <a:xfrm>
            <a:off x="960459" y="2714187"/>
            <a:ext cx="7218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are currently a total of 6 people across 7 teams that manage the different incident/ problems and requests. Each person is a part of multiple teams.</a:t>
            </a:r>
            <a:endParaRPr lang="en-MY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C71E6-65E8-4BBD-9110-1DEC4F1C40DC}"/>
              </a:ext>
            </a:extLst>
          </p:cNvPr>
          <p:cNvSpPr txBox="1"/>
          <p:nvPr/>
        </p:nvSpPr>
        <p:spPr>
          <a:xfrm>
            <a:off x="960459" y="4605976"/>
            <a:ext cx="7218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SLA standard is currently not implemented into workflow and therefore personnel follow due dates provided on the ticket.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349606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6964-BAFF-0B37-834E-515A1B41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240A5-42A3-4617-194D-B22284E7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59" y="243840"/>
            <a:ext cx="7589520" cy="835152"/>
          </a:xfrm>
        </p:spPr>
        <p:txBody>
          <a:bodyPr>
            <a:noAutofit/>
          </a:bodyPr>
          <a:lstStyle/>
          <a:p>
            <a:r>
              <a:rPr lang="en-GB" sz="4000" dirty="0"/>
              <a:t>Personnel</a:t>
            </a:r>
            <a:endParaRPr lang="en-MY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2FD68-067B-7F31-C7C1-18647CD12CE9}"/>
              </a:ext>
            </a:extLst>
          </p:cNvPr>
          <p:cNvSpPr txBox="1"/>
          <p:nvPr/>
        </p:nvSpPr>
        <p:spPr>
          <a:xfrm>
            <a:off x="960459" y="4682764"/>
            <a:ext cx="7218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table shows all the teams and personnel that work to close the helpdesk tickets and how many ticket each person takes on in each team</a:t>
            </a:r>
            <a:endParaRPr lang="en-MY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41EE46-0544-AE6E-D16E-27DCD9BE0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59" y="1466344"/>
            <a:ext cx="8590399" cy="231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6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95DBC-B364-94AF-E5DC-8C236FB3A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745" y="336884"/>
            <a:ext cx="2595255" cy="1320800"/>
          </a:xfrm>
        </p:spPr>
        <p:txBody>
          <a:bodyPr>
            <a:normAutofit/>
          </a:bodyPr>
          <a:lstStyle/>
          <a:p>
            <a:r>
              <a:rPr lang="en-GB" sz="4000" dirty="0"/>
              <a:t>Efficiency </a:t>
            </a:r>
            <a:r>
              <a:rPr lang="en-GB" sz="4400" dirty="0"/>
              <a:t> </a:t>
            </a:r>
            <a:endParaRPr lang="en-MY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75A94-5A7E-9159-1BD7-B90564312FC3}"/>
              </a:ext>
            </a:extLst>
          </p:cNvPr>
          <p:cNvSpPr txBox="1"/>
          <p:nvPr/>
        </p:nvSpPr>
        <p:spPr>
          <a:xfrm>
            <a:off x="823638" y="1593489"/>
            <a:ext cx="8284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Shown in the Pie chart :</a:t>
            </a:r>
          </a:p>
          <a:p>
            <a:pPr marL="457200" indent="-457200">
              <a:buFontTx/>
              <a:buChar char="-"/>
            </a:pPr>
            <a:r>
              <a:rPr lang="en-GB" sz="2400" dirty="0"/>
              <a:t>JDE Support team handles 45.90% of tickets </a:t>
            </a:r>
          </a:p>
          <a:p>
            <a:pPr marL="457200" indent="-457200">
              <a:buFontTx/>
              <a:buChar char="-"/>
            </a:pPr>
            <a:r>
              <a:rPr lang="en-GB" sz="2400" dirty="0"/>
              <a:t>SAP Support team handles 35.07%</a:t>
            </a:r>
            <a:endParaRPr lang="en-MY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B3E642-FAD7-B1B8-3F19-B6E3C7A73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38" y="3130884"/>
            <a:ext cx="6241779" cy="354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17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DFC4FE-8A62-A9CD-BB16-900D763552A5}"/>
              </a:ext>
            </a:extLst>
          </p:cNvPr>
          <p:cNvSpPr txBox="1">
            <a:spLocks/>
          </p:cNvSpPr>
          <p:nvPr/>
        </p:nvSpPr>
        <p:spPr>
          <a:xfrm>
            <a:off x="3500745" y="336884"/>
            <a:ext cx="2595255" cy="954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/>
              <a:t>Efficiency </a:t>
            </a:r>
            <a:r>
              <a:rPr lang="en-GB" sz="4400" dirty="0"/>
              <a:t> </a:t>
            </a:r>
            <a:endParaRPr lang="en-MY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A2A38-532F-1CB9-D1D9-87DE7508F36C}"/>
              </a:ext>
            </a:extLst>
          </p:cNvPr>
          <p:cNvSpPr txBox="1"/>
          <p:nvPr/>
        </p:nvSpPr>
        <p:spPr>
          <a:xfrm>
            <a:off x="1015999" y="1197423"/>
            <a:ext cx="779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Amount of tickets Jared Smith deals with in total in each team compared to the overall tickets in each team.</a:t>
            </a:r>
            <a:endParaRPr lang="en-MY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C07DA0-C639-1489-06F8-9627819FD7E3}"/>
              </a:ext>
            </a:extLst>
          </p:cNvPr>
          <p:cNvGrpSpPr/>
          <p:nvPr/>
        </p:nvGrpSpPr>
        <p:grpSpPr>
          <a:xfrm>
            <a:off x="2360413" y="2014688"/>
            <a:ext cx="4875918" cy="2828624"/>
            <a:chOff x="656140" y="2709927"/>
            <a:chExt cx="4033207" cy="231639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F34F351-5E22-9491-66C3-DF96EF34A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505"/>
            <a:stretch/>
          </p:blipFill>
          <p:spPr>
            <a:xfrm>
              <a:off x="656140" y="2709928"/>
              <a:ext cx="3220915" cy="231639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63F1466-51C6-6564-0E62-7CE1219FC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87" r="413"/>
            <a:stretch/>
          </p:blipFill>
          <p:spPr>
            <a:xfrm>
              <a:off x="3838955" y="2709927"/>
              <a:ext cx="850392" cy="231639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3112FF9-B7AF-8ADB-90A3-DC1F85F270B5}"/>
                </a:ext>
              </a:extLst>
            </p:cNvPr>
            <p:cNvCxnSpPr/>
            <p:nvPr/>
          </p:nvCxnSpPr>
          <p:spPr>
            <a:xfrm flipV="1">
              <a:off x="4689347" y="2709927"/>
              <a:ext cx="0" cy="23163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389663-53CD-6B69-5D9F-FFF022F332DD}"/>
                </a:ext>
              </a:extLst>
            </p:cNvPr>
            <p:cNvCxnSpPr/>
            <p:nvPr/>
          </p:nvCxnSpPr>
          <p:spPr>
            <a:xfrm>
              <a:off x="2990850" y="2709927"/>
              <a:ext cx="169849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27177BD-6F60-12F7-C4A9-670C2EA1EA78}"/>
              </a:ext>
            </a:extLst>
          </p:cNvPr>
          <p:cNvSpPr txBox="1"/>
          <p:nvPr/>
        </p:nvSpPr>
        <p:spPr>
          <a:xfrm>
            <a:off x="1015999" y="5014245"/>
            <a:ext cx="779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the overall tickets 536 and Jared Smith’s total tickets 424, he takes on 79.10% of all tickets in the dataset.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3239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B19D4-BB8C-6624-6BDF-7B8778740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BA33B5-46DA-9385-ADCA-93A916741D10}"/>
              </a:ext>
            </a:extLst>
          </p:cNvPr>
          <p:cNvSpPr txBox="1">
            <a:spLocks/>
          </p:cNvSpPr>
          <p:nvPr/>
        </p:nvSpPr>
        <p:spPr>
          <a:xfrm>
            <a:off x="3500745" y="336884"/>
            <a:ext cx="2595255" cy="954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/>
              <a:t>Efficiency </a:t>
            </a:r>
            <a:r>
              <a:rPr lang="en-GB" sz="4400" dirty="0"/>
              <a:t> </a:t>
            </a:r>
            <a:endParaRPr lang="en-MY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07E7B-4D5B-0533-7781-5339B7BF999F}"/>
              </a:ext>
            </a:extLst>
          </p:cNvPr>
          <p:cNvSpPr txBox="1"/>
          <p:nvPr/>
        </p:nvSpPr>
        <p:spPr>
          <a:xfrm>
            <a:off x="656140" y="1314089"/>
            <a:ext cx="8284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Of the two teams, Jared Smith is taking on the majority of the ticket: 47.47% of JDE and 36.18% of SAP</a:t>
            </a:r>
            <a:endParaRPr lang="en-MY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C37B6C-578C-6D80-4D77-66F6D664B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241" y="2547596"/>
            <a:ext cx="6504262" cy="381284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47CD987-6893-5FA3-3BA0-09273A4CC005}"/>
              </a:ext>
            </a:extLst>
          </p:cNvPr>
          <p:cNvSpPr/>
          <p:nvPr/>
        </p:nvSpPr>
        <p:spPr>
          <a:xfrm>
            <a:off x="1732547" y="4712915"/>
            <a:ext cx="6336632" cy="29222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1D272E-62F1-0355-AFCD-98722C18FA3E}"/>
              </a:ext>
            </a:extLst>
          </p:cNvPr>
          <p:cNvSpPr/>
          <p:nvPr/>
        </p:nvSpPr>
        <p:spPr>
          <a:xfrm>
            <a:off x="1732547" y="3136778"/>
            <a:ext cx="6336632" cy="29222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5BD11-B39F-309C-B8A7-F54815AA0CBF}"/>
              </a:ext>
            </a:extLst>
          </p:cNvPr>
          <p:cNvSpPr txBox="1"/>
          <p:nvPr/>
        </p:nvSpPr>
        <p:spPr>
          <a:xfrm>
            <a:off x="1546241" y="6360439"/>
            <a:ext cx="5972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Table showing all tickets assigned to JDE and SAP support teams only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97495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0C52F-2DC8-A216-889A-82E4CB9E8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34" y="1488613"/>
            <a:ext cx="8596668" cy="4797887"/>
          </a:xfrm>
        </p:spPr>
        <p:txBody>
          <a:bodyPr/>
          <a:lstStyle/>
          <a:p>
            <a:pPr marL="0" indent="0">
              <a:buNone/>
            </a:pPr>
            <a:r>
              <a:rPr lang="en-GB" sz="2000" b="1" dirty="0"/>
              <a:t>Suggestions and improvements:</a:t>
            </a:r>
          </a:p>
          <a:p>
            <a:pPr marL="0" indent="0">
              <a:buNone/>
            </a:pPr>
            <a:endParaRPr lang="en-GB" sz="2000" b="1" dirty="0"/>
          </a:p>
          <a:p>
            <a:pPr>
              <a:buFontTx/>
              <a:buChar char="-"/>
            </a:pPr>
            <a:r>
              <a:rPr lang="en-GB" dirty="0"/>
              <a:t>Spread the distribution of tickets among the other team members to handle</a:t>
            </a:r>
          </a:p>
          <a:p>
            <a:pPr>
              <a:buFontTx/>
              <a:buChar char="-"/>
            </a:pPr>
            <a:r>
              <a:rPr lang="en-GB" dirty="0"/>
              <a:t>If lacking in experience:</a:t>
            </a:r>
          </a:p>
          <a:p>
            <a:pPr marL="0" indent="0">
              <a:buNone/>
            </a:pPr>
            <a:r>
              <a:rPr lang="en-GB" dirty="0"/>
              <a:t>	&gt; Provide adequate knowledge transfer / training for ticket scenarios</a:t>
            </a:r>
          </a:p>
          <a:p>
            <a:pPr marL="0" indent="0">
              <a:buNone/>
            </a:pPr>
            <a:r>
              <a:rPr lang="en-GB" dirty="0"/>
              <a:t>	&gt; Senior should provide a well documented and clear SOP for less experience 	   personnel </a:t>
            </a:r>
          </a:p>
          <a:p>
            <a:pPr>
              <a:buFontTx/>
              <a:buChar char="-"/>
            </a:pPr>
            <a:r>
              <a:rPr lang="en-GB" dirty="0"/>
              <a:t>If current workforce is insufficient, it is recommended to potentially hire more personnel to handle the helpdesk tickets</a:t>
            </a:r>
          </a:p>
          <a:p>
            <a:pPr>
              <a:buFontTx/>
              <a:buChar char="-"/>
            </a:pPr>
            <a:endParaRPr lang="en-GB" sz="1600" dirty="0"/>
          </a:p>
          <a:p>
            <a:pPr>
              <a:buFontTx/>
              <a:buChar char="-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D5E49E-3CF8-9924-2023-6298A6B1CD28}"/>
              </a:ext>
            </a:extLst>
          </p:cNvPr>
          <p:cNvSpPr txBox="1">
            <a:spLocks/>
          </p:cNvSpPr>
          <p:nvPr/>
        </p:nvSpPr>
        <p:spPr>
          <a:xfrm>
            <a:off x="3500745" y="336884"/>
            <a:ext cx="2595255" cy="954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/>
              <a:t>Efficiency </a:t>
            </a:r>
            <a:r>
              <a:rPr lang="en-GB" sz="4400" dirty="0"/>
              <a:t> </a:t>
            </a:r>
            <a:endParaRPr lang="en-MY" sz="4400" dirty="0"/>
          </a:p>
        </p:txBody>
      </p:sp>
    </p:spTree>
    <p:extLst>
      <p:ext uri="{BB962C8B-B14F-4D97-AF65-F5344CB8AC3E}">
        <p14:creationId xmlns:p14="http://schemas.microsoft.com/office/powerpoint/2010/main" val="126965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A98BF-BFE7-8BA2-6FF8-5A5039D4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5325"/>
          </a:xfrm>
        </p:spPr>
        <p:txBody>
          <a:bodyPr>
            <a:normAutofit fontScale="90000"/>
          </a:bodyPr>
          <a:lstStyle/>
          <a:p>
            <a:r>
              <a:rPr lang="en-GB" dirty="0"/>
              <a:t>Educate and Implement SLA into Workflow</a:t>
            </a:r>
            <a:br>
              <a:rPr lang="en-MY" dirty="0"/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E13E0-CC9A-E9F1-4776-CEB5543D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implement SLA, we have to educate all current personnel that handles helpdesk tickets on the SLA standards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Currently all personnel follow the due date provided for the tickets which does not strictly follow SLA standard which is based off the priority of the ticket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84166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6CD7D-8C01-8E25-A5BF-114D67507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765EAD-6359-0B28-8E40-12AD6E89A5D1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6953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Educate and Implement SLA into Workflow</a:t>
            </a:r>
            <a:br>
              <a:rPr lang="en-MY" dirty="0"/>
            </a:br>
            <a:endParaRPr lang="en-MY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DB493F-2598-1021-ED9B-F91429767DF7}"/>
              </a:ext>
            </a:extLst>
          </p:cNvPr>
          <p:cNvSpPr txBox="1">
            <a:spLocks/>
          </p:cNvSpPr>
          <p:nvPr/>
        </p:nvSpPr>
        <p:spPr>
          <a:xfrm>
            <a:off x="677333" y="1304925"/>
            <a:ext cx="1761067" cy="458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sz="2000" dirty="0"/>
              <a:t>SLA Standard:</a:t>
            </a:r>
            <a:endParaRPr lang="en-MY" sz="1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7754DF-D42B-AA04-1C77-FBA9DBC1A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286" y="2198026"/>
            <a:ext cx="6024763" cy="2461947"/>
          </a:xfr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CF11893-4F73-8205-56C4-0F4F9EDF2743}"/>
              </a:ext>
            </a:extLst>
          </p:cNvPr>
          <p:cNvSpPr txBox="1">
            <a:spLocks/>
          </p:cNvSpPr>
          <p:nvPr/>
        </p:nvSpPr>
        <p:spPr>
          <a:xfrm>
            <a:off x="677334" y="4939886"/>
            <a:ext cx="8596668" cy="1641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dirty="0"/>
              <a:t>These are the SLA standard that has been set.</a:t>
            </a:r>
          </a:p>
          <a:p>
            <a:pPr marL="0" indent="0">
              <a:buFont typeface="Wingdings 3" charset="2"/>
              <a:buNone/>
            </a:pPr>
            <a:r>
              <a:rPr lang="en-GB" dirty="0"/>
              <a:t>It is how long a ticket should take to be closed based on priority as soon as the ticket is created.</a:t>
            </a:r>
          </a:p>
        </p:txBody>
      </p:sp>
    </p:spTree>
    <p:extLst>
      <p:ext uri="{BB962C8B-B14F-4D97-AF65-F5344CB8AC3E}">
        <p14:creationId xmlns:p14="http://schemas.microsoft.com/office/powerpoint/2010/main" val="280160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55B70D2-AEFD-F080-033E-E18933F434C0}"/>
              </a:ext>
            </a:extLst>
          </p:cNvPr>
          <p:cNvGrpSpPr/>
          <p:nvPr/>
        </p:nvGrpSpPr>
        <p:grpSpPr>
          <a:xfrm>
            <a:off x="759589" y="1304925"/>
            <a:ext cx="7879707" cy="2829266"/>
            <a:chOff x="264548" y="2601597"/>
            <a:chExt cx="7879707" cy="282926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51C0716-5CA8-4932-302C-A20EA152D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06"/>
            <a:stretch/>
          </p:blipFill>
          <p:spPr>
            <a:xfrm>
              <a:off x="6136677" y="2601597"/>
              <a:ext cx="2007578" cy="2824619"/>
            </a:xfrm>
            <a:prstGeom prst="rect">
              <a:avLst/>
            </a:prstGeom>
          </p:spPr>
        </p:pic>
        <p:pic>
          <p:nvPicPr>
            <p:cNvPr id="20" name="Content Placeholder 4">
              <a:extLst>
                <a:ext uri="{FF2B5EF4-FFF2-40B4-BE49-F238E27FC236}">
                  <a16:creationId xmlns:a16="http://schemas.microsoft.com/office/drawing/2014/main" id="{1918ADCC-E6EE-498F-C3C6-A06A353CC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06"/>
            <a:stretch/>
          </p:blipFill>
          <p:spPr>
            <a:xfrm>
              <a:off x="264548" y="2621600"/>
              <a:ext cx="1752646" cy="280926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3CB25B-B22C-4539-DD7A-9A956FC58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1932" y="2636840"/>
              <a:ext cx="2007578" cy="2778549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7B04C82-2D5C-D378-763E-E3F74309E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7194" y="2621484"/>
              <a:ext cx="2116093" cy="2793905"/>
            </a:xfrm>
            <a:prstGeom prst="rect">
              <a:avLst/>
            </a:prstGeom>
          </p:spPr>
        </p:pic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F68DCA64-B4B6-BA9D-1CD0-ABF951841DDA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6953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Educate and Implement SLA into Workflow</a:t>
            </a:r>
            <a:br>
              <a:rPr lang="en-MY" dirty="0"/>
            </a:br>
            <a:endParaRPr lang="en-MY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8281837-C7E3-4160-0E49-249514145D78}"/>
              </a:ext>
            </a:extLst>
          </p:cNvPr>
          <p:cNvSpPr txBox="1">
            <a:spLocks/>
          </p:cNvSpPr>
          <p:nvPr/>
        </p:nvSpPr>
        <p:spPr>
          <a:xfrm>
            <a:off x="677334" y="4244561"/>
            <a:ext cx="8596668" cy="21657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dirty="0"/>
              <a:t>This table displays the first 10 tickets shown in the dataset containing when the ticket was first created and the Due Date created along with the SLA Due Date.</a:t>
            </a:r>
          </a:p>
          <a:p>
            <a:pPr marL="0" indent="0">
              <a:buFont typeface="Wingdings 3" charset="2"/>
              <a:buNone/>
            </a:pPr>
            <a:r>
              <a:rPr lang="en-GB" dirty="0"/>
              <a:t>They are all ‘Emergency’ priority.</a:t>
            </a:r>
          </a:p>
          <a:p>
            <a:pPr marL="0" indent="0">
              <a:buFont typeface="Wingdings 3" charset="2"/>
              <a:buNone/>
            </a:pPr>
            <a:endParaRPr lang="en-GB" dirty="0"/>
          </a:p>
          <a:p>
            <a:pPr marL="0" indent="0">
              <a:buFont typeface="Wingdings 3" charset="2"/>
              <a:buNone/>
            </a:pPr>
            <a:r>
              <a:rPr lang="en-GB" dirty="0"/>
              <a:t>This dataset shows that the initial Due Date create has no set standard and the Due Date is likely to be different in duration than the 4 hr SLA standard for ‘Emergency’ priority. Similarly, the case will likely be the same for the other priorities as well.</a:t>
            </a:r>
          </a:p>
        </p:txBody>
      </p:sp>
    </p:spTree>
    <p:extLst>
      <p:ext uri="{BB962C8B-B14F-4D97-AF65-F5344CB8AC3E}">
        <p14:creationId xmlns:p14="http://schemas.microsoft.com/office/powerpoint/2010/main" val="3992444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257290-D99B-4F74-AD60-7BE66A408F73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6953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Educate and Implement SLA into Workflow</a:t>
            </a:r>
            <a:br>
              <a:rPr lang="en-MY" dirty="0"/>
            </a:br>
            <a:endParaRPr lang="en-MY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96F251-669C-2813-2910-6EDC27179824}"/>
              </a:ext>
            </a:extLst>
          </p:cNvPr>
          <p:cNvSpPr txBox="1">
            <a:spLocks/>
          </p:cNvSpPr>
          <p:nvPr/>
        </p:nvSpPr>
        <p:spPr>
          <a:xfrm>
            <a:off x="677334" y="1304925"/>
            <a:ext cx="1265766" cy="458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sz="2000" dirty="0"/>
              <a:t>Example:</a:t>
            </a:r>
            <a:endParaRPr lang="en-MY" sz="1400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54166A2-173F-68D4-FB56-DFD34FFAF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37900"/>
            <a:ext cx="8278009" cy="2743200"/>
          </a:xfr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A10CC4-8D02-0B01-FD4D-153853C75AD3}"/>
              </a:ext>
            </a:extLst>
          </p:cNvPr>
          <p:cNvCxnSpPr/>
          <p:nvPr/>
        </p:nvCxnSpPr>
        <p:spPr>
          <a:xfrm flipV="1">
            <a:off x="677334" y="1737900"/>
            <a:ext cx="0" cy="274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A346C4C-5988-7F8B-5203-40A5E4A83C7B}"/>
              </a:ext>
            </a:extLst>
          </p:cNvPr>
          <p:cNvCxnSpPr>
            <a:cxnSpLocks/>
          </p:cNvCxnSpPr>
          <p:nvPr/>
        </p:nvCxnSpPr>
        <p:spPr>
          <a:xfrm>
            <a:off x="677334" y="1737900"/>
            <a:ext cx="21065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8AB5D7-052B-E9C0-9C1E-5AADF57ACF97}"/>
              </a:ext>
            </a:extLst>
          </p:cNvPr>
          <p:cNvSpPr txBox="1">
            <a:spLocks/>
          </p:cNvSpPr>
          <p:nvPr/>
        </p:nvSpPr>
        <p:spPr>
          <a:xfrm>
            <a:off x="677334" y="4607009"/>
            <a:ext cx="8596668" cy="2018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dirty="0"/>
              <a:t>The date the ticket is created is 22/02/2021 12:08:00</a:t>
            </a:r>
          </a:p>
          <a:p>
            <a:pPr marL="0" indent="0">
              <a:buFont typeface="Wingdings 3" charset="2"/>
              <a:buNone/>
            </a:pPr>
            <a:r>
              <a:rPr lang="en-GB" dirty="0"/>
              <a:t>SLA Due Date: 22/02/2021 16:08:00 – 4hrs after ticket is created</a:t>
            </a:r>
          </a:p>
          <a:p>
            <a:pPr marL="0" indent="0">
              <a:buFont typeface="Wingdings 3" charset="2"/>
              <a:buNone/>
            </a:pPr>
            <a:r>
              <a:rPr lang="en-GB" dirty="0"/>
              <a:t>Breached SLA: Yes</a:t>
            </a:r>
          </a:p>
          <a:p>
            <a:pPr marL="0" indent="0">
              <a:buFont typeface="Wingdings 3" charset="2"/>
              <a:buNone/>
            </a:pPr>
            <a:r>
              <a:rPr lang="en-GB" dirty="0"/>
              <a:t>Due Date: 23/02/2021 00:08:00 – Due date set by ticket (Not SLA standard)</a:t>
            </a:r>
          </a:p>
          <a:p>
            <a:pPr marL="0" indent="0">
              <a:buFont typeface="Wingdings 3" charset="2"/>
              <a:buNone/>
            </a:pPr>
            <a:r>
              <a:rPr lang="en-MY" dirty="0"/>
              <a:t>Breach is likely due to following Ticket Due Date</a:t>
            </a:r>
          </a:p>
        </p:txBody>
      </p:sp>
    </p:spTree>
    <p:extLst>
      <p:ext uri="{BB962C8B-B14F-4D97-AF65-F5344CB8AC3E}">
        <p14:creationId xmlns:p14="http://schemas.microsoft.com/office/powerpoint/2010/main" val="7436912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359</TotalTime>
  <Words>606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SLA improvements </vt:lpstr>
      <vt:lpstr>Overview</vt:lpstr>
      <vt:lpstr>Improvements</vt:lpstr>
      <vt:lpstr>Personnel</vt:lpstr>
      <vt:lpstr>Efficiency  </vt:lpstr>
      <vt:lpstr>PowerPoint Presentation</vt:lpstr>
      <vt:lpstr>PowerPoint Presentation</vt:lpstr>
      <vt:lpstr>PowerPoint Presentation</vt:lpstr>
      <vt:lpstr>Educate and Implement SLA into Workflow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Beng Ren Siew</dc:creator>
  <cp:lastModifiedBy>Beng Ren Siew</cp:lastModifiedBy>
  <cp:revision>12</cp:revision>
  <dcterms:created xsi:type="dcterms:W3CDTF">2024-12-12T18:45:21Z</dcterms:created>
  <dcterms:modified xsi:type="dcterms:W3CDTF">2024-12-18T10:57:12Z</dcterms:modified>
</cp:coreProperties>
</file>