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2C8C-860F-4C5B-B65E-241DD439231D}" type="datetimeFigureOut">
              <a:rPr lang="en-MY" smtClean="0"/>
              <a:t>6/1/2025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A747D-CEC9-463D-B9D9-694BBBDB7C57}" type="slidenum">
              <a:rPr lang="en-MY" smtClean="0"/>
              <a:t>‹#›</a:t>
            </a:fld>
            <a:endParaRPr lang="en-MY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31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2C8C-860F-4C5B-B65E-241DD439231D}" type="datetimeFigureOut">
              <a:rPr lang="en-MY" smtClean="0"/>
              <a:t>6/1/2025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A747D-CEC9-463D-B9D9-694BBBDB7C5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6427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2C8C-860F-4C5B-B65E-241DD439231D}" type="datetimeFigureOut">
              <a:rPr lang="en-MY" smtClean="0"/>
              <a:t>6/1/2025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A747D-CEC9-463D-B9D9-694BBBDB7C57}" type="slidenum">
              <a:rPr lang="en-MY" smtClean="0"/>
              <a:t>‹#›</a:t>
            </a:fld>
            <a:endParaRPr lang="en-MY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27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2C8C-860F-4C5B-B65E-241DD439231D}" type="datetimeFigureOut">
              <a:rPr lang="en-MY" smtClean="0"/>
              <a:t>6/1/2025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A747D-CEC9-463D-B9D9-694BBBDB7C5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5266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2C8C-860F-4C5B-B65E-241DD439231D}" type="datetimeFigureOut">
              <a:rPr lang="en-MY" smtClean="0"/>
              <a:t>6/1/2025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A747D-CEC9-463D-B9D9-694BBBDB7C5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1611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2C8C-860F-4C5B-B65E-241DD439231D}" type="datetimeFigureOut">
              <a:rPr lang="en-MY" smtClean="0"/>
              <a:t>6/1/2025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A747D-CEC9-463D-B9D9-694BBBDB7C5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82676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2C8C-860F-4C5B-B65E-241DD439231D}" type="datetimeFigureOut">
              <a:rPr lang="en-MY" smtClean="0"/>
              <a:t>6/1/2025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A747D-CEC9-463D-B9D9-694BBBDB7C5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32314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DA72C8C-860F-4C5B-B65E-241DD439231D}" type="datetimeFigureOut">
              <a:rPr lang="en-MY" smtClean="0"/>
              <a:t>6/1/2025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FA747D-CEC9-463D-B9D9-694BBBDB7C5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42624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2C8C-860F-4C5B-B65E-241DD439231D}" type="datetimeFigureOut">
              <a:rPr lang="en-MY" smtClean="0"/>
              <a:t>6/1/2025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A747D-CEC9-463D-B9D9-694BBBDB7C5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2406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2C8C-860F-4C5B-B65E-241DD439231D}" type="datetimeFigureOut">
              <a:rPr lang="en-MY" smtClean="0"/>
              <a:t>6/1/2025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A747D-CEC9-463D-B9D9-694BBBDB7C5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5471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2C8C-860F-4C5B-B65E-241DD439231D}" type="datetimeFigureOut">
              <a:rPr lang="en-MY" smtClean="0"/>
              <a:t>6/1/2025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A747D-CEC9-463D-B9D9-694BBBDB7C5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884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DA72C8C-860F-4C5B-B65E-241DD439231D}" type="datetimeFigureOut">
              <a:rPr lang="en-MY" smtClean="0"/>
              <a:t>6/1/2025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7FA747D-CEC9-463D-B9D9-694BBBDB7C57}" type="slidenum">
              <a:rPr lang="en-MY" smtClean="0"/>
              <a:t>‹#›</a:t>
            </a:fld>
            <a:endParaRPr lang="en-MY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78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17D00-4F90-8242-C515-036D141C33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Helpdesk Ticket Summaries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EBCCA-9B7A-8CC3-97E4-2346BC56EB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Beng Ren Siew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761640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8F97B-E34C-0790-80D5-AAD561FFD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D26B2-3DBB-CC47-035C-EB57EA4D2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47576"/>
            <a:ext cx="10058400" cy="881424"/>
          </a:xfrm>
        </p:spPr>
        <p:txBody>
          <a:bodyPr/>
          <a:lstStyle/>
          <a:p>
            <a:r>
              <a:rPr lang="en-GB" dirty="0"/>
              <a:t>The dataset is a collection of helpdesk tickets that displays problems/incidents and request for software and IT. The primary goal is to provide timely solutions to the problem for each ticket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800976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33E83-5955-D0A4-4B35-869CE9594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30442"/>
            <a:ext cx="2961373" cy="806918"/>
          </a:xfrm>
        </p:spPr>
        <p:txBody>
          <a:bodyPr/>
          <a:lstStyle/>
          <a:p>
            <a:r>
              <a:rPr lang="en-GB" dirty="0"/>
              <a:t>Summaries</a:t>
            </a:r>
            <a:endParaRPr lang="en-MY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67F6F9D-D443-AEDE-B722-5E5F806E9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680" y="2473455"/>
            <a:ext cx="3248853" cy="1911089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1D1242-82D3-36F1-AE60-B691F871E28F}"/>
              </a:ext>
            </a:extLst>
          </p:cNvPr>
          <p:cNvSpPr txBox="1"/>
          <p:nvPr/>
        </p:nvSpPr>
        <p:spPr>
          <a:xfrm>
            <a:off x="1097280" y="2342147"/>
            <a:ext cx="6570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Record Count is indicating the total number of tickets within the dataset.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86373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80A8B-4542-6249-8CA2-8FAF977C3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7648-09C6-5D97-BB0A-0BE3A4049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30442"/>
            <a:ext cx="2961373" cy="806918"/>
          </a:xfrm>
        </p:spPr>
        <p:txBody>
          <a:bodyPr/>
          <a:lstStyle/>
          <a:p>
            <a:r>
              <a:rPr lang="en-GB" dirty="0"/>
              <a:t>Summaries</a:t>
            </a:r>
            <a:endParaRPr lang="en-M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DDCA26-03AB-5CA1-2EB1-3DA3F93C3536}"/>
              </a:ext>
            </a:extLst>
          </p:cNvPr>
          <p:cNvSpPr txBox="1"/>
          <p:nvPr/>
        </p:nvSpPr>
        <p:spPr>
          <a:xfrm>
            <a:off x="1097280" y="2342147"/>
            <a:ext cx="49987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Pie Chart indicates the percentages of the source of where the tickets come from.</a:t>
            </a:r>
          </a:p>
          <a:p>
            <a:endParaRPr lang="en-GB" dirty="0"/>
          </a:p>
          <a:p>
            <a:r>
              <a:rPr lang="en-GB" dirty="0"/>
              <a:t>89.7% of tickets come from the Web which is equivalent to 481 tickets</a:t>
            </a:r>
          </a:p>
          <a:p>
            <a:endParaRPr lang="en-GB" dirty="0"/>
          </a:p>
          <a:p>
            <a:r>
              <a:rPr lang="en-GB" dirty="0"/>
              <a:t>Email – 5.2% </a:t>
            </a:r>
            <a:r>
              <a:rPr lang="en-GB" dirty="0">
                <a:sym typeface="Wingdings" panose="05000000000000000000" pitchFamily="2" charset="2"/>
              </a:rPr>
              <a:t> 28 tickets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Phone – 4.5%  24 tickets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Other – 0.6%  3 tickets</a:t>
            </a:r>
            <a:endParaRPr lang="en-MY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1510B5A-68B0-442C-ECB3-38722FCEC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344" y="1858160"/>
            <a:ext cx="4841637" cy="4022725"/>
          </a:xfrm>
        </p:spPr>
      </p:pic>
    </p:spTree>
    <p:extLst>
      <p:ext uri="{BB962C8B-B14F-4D97-AF65-F5344CB8AC3E}">
        <p14:creationId xmlns:p14="http://schemas.microsoft.com/office/powerpoint/2010/main" val="4229679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857CC-F3B3-6AEE-1989-4F263A8C8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54E7A-7D72-4793-6573-121526002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30442"/>
            <a:ext cx="2961373" cy="806918"/>
          </a:xfrm>
        </p:spPr>
        <p:txBody>
          <a:bodyPr/>
          <a:lstStyle/>
          <a:p>
            <a:r>
              <a:rPr lang="en-GB" dirty="0"/>
              <a:t>Summaries</a:t>
            </a:r>
            <a:endParaRPr lang="en-M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B98821-46E2-68FD-ABF3-B88E05F53367}"/>
              </a:ext>
            </a:extLst>
          </p:cNvPr>
          <p:cNvSpPr txBox="1"/>
          <p:nvPr/>
        </p:nvSpPr>
        <p:spPr>
          <a:xfrm>
            <a:off x="978408" y="2121296"/>
            <a:ext cx="46933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graph displays the total number tickets for each different priority within the dataset.</a:t>
            </a:r>
          </a:p>
          <a:p>
            <a:endParaRPr lang="en-GB" dirty="0"/>
          </a:p>
          <a:p>
            <a:r>
              <a:rPr lang="en-GB" dirty="0"/>
              <a:t>This graphs indicates that a majority of tickets fall under normal priority.</a:t>
            </a:r>
            <a:endParaRPr lang="en-MY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5363F7-4C4F-8337-EE1C-0A8DE290C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733" y="1900446"/>
            <a:ext cx="5541859" cy="3581022"/>
          </a:xfrm>
        </p:spPr>
      </p:pic>
    </p:spTree>
    <p:extLst>
      <p:ext uri="{BB962C8B-B14F-4D97-AF65-F5344CB8AC3E}">
        <p14:creationId xmlns:p14="http://schemas.microsoft.com/office/powerpoint/2010/main" val="1275904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91211-D09A-7767-582C-F238B1497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1FBD8-7D4D-7588-38B9-AB55FA2F9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30442"/>
            <a:ext cx="2961373" cy="806918"/>
          </a:xfrm>
        </p:spPr>
        <p:txBody>
          <a:bodyPr/>
          <a:lstStyle/>
          <a:p>
            <a:r>
              <a:rPr lang="en-GB" dirty="0"/>
              <a:t>Summaries</a:t>
            </a:r>
            <a:endParaRPr lang="en-M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3265E1-890D-4D7C-8165-A877520D0609}"/>
              </a:ext>
            </a:extLst>
          </p:cNvPr>
          <p:cNvSpPr txBox="1"/>
          <p:nvPr/>
        </p:nvSpPr>
        <p:spPr>
          <a:xfrm>
            <a:off x="978408" y="2121296"/>
            <a:ext cx="46933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shows the percentage of the type of tickets in the dataset. They are either: </a:t>
            </a:r>
          </a:p>
          <a:p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Incidents/Problems </a:t>
            </a:r>
            <a:r>
              <a:rPr lang="en-GB" dirty="0">
                <a:sym typeface="Wingdings" panose="05000000000000000000" pitchFamily="2" charset="2"/>
              </a:rPr>
              <a:t> 364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Requests </a:t>
            </a:r>
            <a:r>
              <a:rPr lang="en-GB" dirty="0">
                <a:sym typeface="Wingdings" panose="05000000000000000000" pitchFamily="2" charset="2"/>
              </a:rPr>
              <a:t> 172</a:t>
            </a:r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5D235A-E404-F696-ABF4-DC2788C2C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77"/>
          <a:stretch/>
        </p:blipFill>
        <p:spPr>
          <a:xfrm>
            <a:off x="6520269" y="2121296"/>
            <a:ext cx="4579172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16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DE3A3-65C5-091B-8ADC-734EA7C7F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C6683-B8EC-E8DF-61E6-FE5539CFE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30442"/>
            <a:ext cx="2961373" cy="806918"/>
          </a:xfrm>
        </p:spPr>
        <p:txBody>
          <a:bodyPr/>
          <a:lstStyle/>
          <a:p>
            <a:r>
              <a:rPr lang="en-GB" dirty="0"/>
              <a:t>Summaries</a:t>
            </a:r>
            <a:endParaRPr lang="en-M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2D0EAB-6708-5231-E5C5-563855056502}"/>
              </a:ext>
            </a:extLst>
          </p:cNvPr>
          <p:cNvSpPr txBox="1"/>
          <p:nvPr/>
        </p:nvSpPr>
        <p:spPr>
          <a:xfrm>
            <a:off x="978408" y="2121296"/>
            <a:ext cx="4693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graph shows the total amount of tickets each individual in the Helpdesk team has undertaken in the dataset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Jared Smith </a:t>
            </a:r>
            <a:r>
              <a:rPr lang="en-GB" dirty="0">
                <a:sym typeface="Wingdings" panose="05000000000000000000" pitchFamily="2" charset="2"/>
              </a:rPr>
              <a:t> 424</a:t>
            </a: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Raya Musk </a:t>
            </a:r>
            <a:r>
              <a:rPr lang="en-GB" dirty="0">
                <a:sym typeface="Wingdings" panose="05000000000000000000" pitchFamily="2" charset="2"/>
              </a:rPr>
              <a:t> 38</a:t>
            </a: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Stellar Murad </a:t>
            </a:r>
            <a:r>
              <a:rPr lang="en-GB" dirty="0">
                <a:sym typeface="Wingdings" panose="05000000000000000000" pitchFamily="2" charset="2"/>
              </a:rPr>
              <a:t> 32</a:t>
            </a: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Satya Prakash </a:t>
            </a:r>
            <a:r>
              <a:rPr lang="en-GB" dirty="0">
                <a:sym typeface="Wingdings" panose="05000000000000000000" pitchFamily="2" charset="2"/>
              </a:rPr>
              <a:t> 17</a:t>
            </a: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Jose </a:t>
            </a:r>
            <a:r>
              <a:rPr lang="en-GB" dirty="0" err="1"/>
              <a:t>Satary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16</a:t>
            </a: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Mark </a:t>
            </a:r>
            <a:r>
              <a:rPr lang="en-GB" dirty="0" err="1"/>
              <a:t>Jikkins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9</a:t>
            </a:r>
          </a:p>
          <a:p>
            <a:pPr marL="285750" indent="-285750">
              <a:buFontTx/>
              <a:buChar char="-"/>
            </a:pPr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This graph provides an indication on the progress and workload of each individual within the helpdesk team.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27441-A400-4460-5AD5-AB0C62B5F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733" y="2039000"/>
            <a:ext cx="5541859" cy="394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59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4111E-86DE-CD07-AF41-E09A2A110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32363-5845-0193-B155-84CFC4E4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30442"/>
            <a:ext cx="2961373" cy="806918"/>
          </a:xfrm>
        </p:spPr>
        <p:txBody>
          <a:bodyPr/>
          <a:lstStyle/>
          <a:p>
            <a:r>
              <a:rPr lang="en-GB" dirty="0"/>
              <a:t>Summaries</a:t>
            </a:r>
            <a:endParaRPr lang="en-M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293D3-6AA3-A7A2-EDAB-8DE6B199E3F8}"/>
              </a:ext>
            </a:extLst>
          </p:cNvPr>
          <p:cNvSpPr txBox="1"/>
          <p:nvPr/>
        </p:nvSpPr>
        <p:spPr>
          <a:xfrm>
            <a:off x="978408" y="2121296"/>
            <a:ext cx="46933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pie chart provides the percentage of closed, open and resolved tickets at the given instance of </a:t>
            </a:r>
            <a:r>
              <a:rPr lang="en-GB"/>
              <a:t>the dataset (Current Status).</a:t>
            </a:r>
            <a:endParaRPr lang="en-GB" dirty="0"/>
          </a:p>
          <a:p>
            <a:endParaRPr lang="en-GB" dirty="0"/>
          </a:p>
          <a:p>
            <a:r>
              <a:rPr lang="en-GB" dirty="0"/>
              <a:t>Closed – 462</a:t>
            </a:r>
          </a:p>
          <a:p>
            <a:r>
              <a:rPr lang="en-GB" dirty="0"/>
              <a:t>Open – 61</a:t>
            </a:r>
          </a:p>
          <a:p>
            <a:r>
              <a:rPr lang="en-GB" dirty="0"/>
              <a:t>Resolved – 13</a:t>
            </a:r>
          </a:p>
          <a:p>
            <a:endParaRPr lang="en-GB" dirty="0"/>
          </a:p>
          <a:p>
            <a:r>
              <a:rPr lang="en-GB" dirty="0"/>
              <a:t>A resolved ticket is when the support agent has addressed the ticket, but may require user confirmation or follow-up hence not fully closed.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8DBC44-1822-C5C9-419B-85454E3F9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521" y="2121296"/>
            <a:ext cx="4693325" cy="402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196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112</TotalTime>
  <Words>285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Wingdings</vt:lpstr>
      <vt:lpstr>Retrospect</vt:lpstr>
      <vt:lpstr>Helpdesk Ticket Summaries</vt:lpstr>
      <vt:lpstr>Overview</vt:lpstr>
      <vt:lpstr>Summaries</vt:lpstr>
      <vt:lpstr>Summaries</vt:lpstr>
      <vt:lpstr>Summaries</vt:lpstr>
      <vt:lpstr>Summaries</vt:lpstr>
      <vt:lpstr>Summaries</vt:lpstr>
      <vt:lpstr>Summaries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Beng Ren Siew</dc:creator>
  <cp:lastModifiedBy>Beng Ren Siew</cp:lastModifiedBy>
  <cp:revision>3</cp:revision>
  <dcterms:created xsi:type="dcterms:W3CDTF">2025-01-06T15:25:43Z</dcterms:created>
  <dcterms:modified xsi:type="dcterms:W3CDTF">2025-01-06T17:18:15Z</dcterms:modified>
</cp:coreProperties>
</file>